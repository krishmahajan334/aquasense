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AquaSense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Water Monitoring System</a:t>
            </a:r>
          </a:p>
          <a:p/>
          <a:p>
            <a:r>
              <a:t>Team Members: Krish Mahajan, Shreyash Chougule, Pranav Chougule, Varad Dake</a:t>
            </a:r>
          </a:p>
          <a:p>
            <a:r>
              <a:t>D.K.T.E. Society’s Textile and Engineering Institute, Ichalkaranji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Significant water wastage in shared environments.</a:t>
            </a:r>
          </a:p>
          <a:p>
            <a:r>
              <a:t>• Lack of real-time water consumption monitoring.</a:t>
            </a:r>
          </a:p>
          <a:p>
            <a:r>
              <a:t>• Absence of section-wise or area-wise tracking.</a:t>
            </a:r>
          </a:p>
          <a:p>
            <a:r>
              <a:t>• Frequent tank overflows and unexpected shortages.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Aim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develop an IoT-based smart water monitoring and management system.</a:t>
            </a:r>
          </a:p>
          <a:p>
            <a:r>
              <a:t>• Provide real-time, multi-area water intelligence to prevent wastage.</a:t>
            </a:r>
          </a:p>
          <a:p>
            <a:r>
              <a:t>• Facilitate sustainable water management practices.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Deploy flow sensors to monitor area-wise consumption independently.</a:t>
            </a:r>
          </a:p>
          <a:p>
            <a:r>
              <a:t>• Analyze real-time flow and tank level data.</a:t>
            </a:r>
          </a:p>
          <a:p>
            <a:r>
              <a:t>• Regulate distribution using servo-controlled valves.</a:t>
            </a:r>
          </a:p>
          <a:p>
            <a:r>
              <a:t>• Provide actionable insights through a live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Scope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Scope:</a:t>
            </a:r>
          </a:p>
          <a:p>
            <a:r>
              <a:t>• Hostels, apartments, institutions, and agriculture.</a:t>
            </a:r>
          </a:p>
          <a:p>
            <a:r>
              <a:t>Limitations:</a:t>
            </a:r>
          </a:p>
          <a:p>
            <a:r>
              <a:t>• Dependent on continuous power and Wi-Fi connectivity.</a:t>
            </a:r>
          </a:p>
          <a:p>
            <a:r>
              <a:t>• Hardware maintenance required periodically.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Existing System vs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System:</a:t>
            </a:r>
          </a:p>
          <a:p>
            <a:r>
              <a:t>• Manual monitoring, no section-wise data.</a:t>
            </a:r>
          </a:p>
          <a:p>
            <a:r>
              <a:t>• Delayed overflow detection.</a:t>
            </a:r>
          </a:p>
          <a:p/>
          <a:p>
            <a:r>
              <a:t>Proposed System (AquaSense):</a:t>
            </a:r>
          </a:p>
          <a:p>
            <a:r>
              <a:t>• Automated IoT monitoring.</a:t>
            </a:r>
          </a:p>
          <a:p>
            <a:r>
              <a:t>• Area-wise analytics and instant anomaly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Proposed Solution (AquaSense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Integrated system using ESP32/ESP8266 microcontroller.</a:t>
            </a:r>
          </a:p>
          <a:p>
            <a:r>
              <a:t>• Collects data from flow and tank sensors.</a:t>
            </a:r>
          </a:p>
          <a:p>
            <a:r>
              <a:t>• Processes and displays data on web/mobile dashboard.</a:t>
            </a:r>
          </a:p>
          <a:p>
            <a:r>
              <a:t>• Includes manual and Auto Mode valve regulation.</a:t>
            </a:r>
          </a:p>
          <a:p>
            <a:r>
              <a:t>• Cloud integration for persistent storage and remote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System Architecture Diagram</a:t>
            </a:r>
          </a:p>
        </p:txBody>
      </p:sp>
      <p:pic>
        <p:nvPicPr>
          <p:cNvPr id="3" name="Picture 2" descr="architecture 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35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Step 1: Sensors detect flow and tank levels.</a:t>
            </a:r>
          </a:p>
          <a:p>
            <a:r>
              <a:t>• Step 2: Microcontroller processes signals.</a:t>
            </a:r>
          </a:p>
          <a:p>
            <a:r>
              <a:t>• Step 3: Data transmitted to backend via Wi-Fi.</a:t>
            </a:r>
          </a:p>
          <a:p>
            <a:r>
              <a:t>• Step 4: System analyzes consumption and detects anomalies.</a:t>
            </a:r>
          </a:p>
          <a:p>
            <a:r>
              <a:t>• Step 5: Dashboard updates &amp; Telegram alerts 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Modules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Sensor Simulation: Simulates realistic flow data.</a:t>
            </a:r>
          </a:p>
          <a:p>
            <a:r>
              <a:t>• Backend Processing: Handles data aggregation and logic.</a:t>
            </a:r>
          </a:p>
          <a:p>
            <a:r>
              <a:t>• Adaptive Aeration Logic: Optimizes water flow.</a:t>
            </a:r>
          </a:p>
          <a:p>
            <a:r>
              <a:t>• Anomaly Detection: Identifies leaks and overflows.</a:t>
            </a:r>
          </a:p>
          <a:p>
            <a:r>
              <a:t>• Dashboard: Real-time user interface for monitoring.</a:t>
            </a:r>
          </a:p>
          <a:p>
            <a:r>
              <a:t>• Telegram Integration: Instant notifications and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Algorithm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sensors and connect to network.</a:t>
            </a:r>
          </a:p>
          <a:p>
            <a:r>
              <a:t>2. Read data continuously.</a:t>
            </a:r>
          </a:p>
          <a:p>
            <a:r>
              <a:t>3. If usage exceeds threshold, trigger anomaly.</a:t>
            </a:r>
          </a:p>
          <a:p>
            <a:r>
              <a:t>4. If tank full/empty, actuate valve.</a:t>
            </a:r>
          </a:p>
          <a:p>
            <a:r>
              <a:t>5. Log data and notify user.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Use Case Diagram</a:t>
            </a:r>
          </a:p>
        </p:txBody>
      </p:sp>
      <p:pic>
        <p:nvPicPr>
          <p:cNvPr id="3" name="Picture 2" descr="useca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708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Class Diagram</a:t>
            </a:r>
          </a:p>
        </p:txBody>
      </p:sp>
      <p:pic>
        <p:nvPicPr>
          <p:cNvPr id="3" name="Picture 2" descr="class diagr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5230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Sequence Diagram</a:t>
            </a:r>
          </a:p>
        </p:txBody>
      </p:sp>
      <p:pic>
        <p:nvPicPr>
          <p:cNvPr id="3" name="Picture 2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4606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Activity Diagram</a:t>
            </a:r>
          </a:p>
        </p:txBody>
      </p:sp>
      <p:pic>
        <p:nvPicPr>
          <p:cNvPr id="3" name="Picture 2" descr="Activity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9605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Implementation Details (Tools &amp; Technologies)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Hardware: ESP32/ESP8266, Flow Sensors, Servo Valves.</a:t>
            </a:r>
          </a:p>
          <a:p>
            <a:r>
              <a:t>• Software: Python, Flask backend, Web/Mobile Dashboard.</a:t>
            </a:r>
          </a:p>
          <a:p>
            <a:r>
              <a:t>• Cloud Storage: Firebase / Firestore.</a:t>
            </a:r>
          </a:p>
          <a:p>
            <a:r>
              <a:t>• Communication: Wi-Fi, Telegram Bot API.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Achieved 22–35% water saving.</a:t>
            </a:r>
          </a:p>
          <a:p>
            <a:r>
              <a:t>• Fast 1.5 sec anomaly detection.</a:t>
            </a:r>
          </a:p>
          <a:p>
            <a:r>
              <a:t>• Accurate area-wise consumption tracking.</a:t>
            </a:r>
          </a:p>
          <a:p>
            <a:r>
              <a:t>• Reliable automated valve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Outputs /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Dashboard: Real-time metrics overview.</a:t>
            </a:r>
          </a:p>
          <a:p>
            <a:r>
              <a:t>• Analytics: Historical consumption graphs.</a:t>
            </a:r>
          </a:p>
          <a:p>
            <a:r>
              <a:t>• Control Panel: Manual valve override.</a:t>
            </a:r>
          </a:p>
          <a:p>
            <a:r>
              <a:t>• Telegram: Alerts on leakages or low tank levels.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Testing: Seamless hardware-software communication.</a:t>
            </a:r>
          </a:p>
          <a:p>
            <a:r>
              <a:t>• System Testing: Validated end-to-end functionality under stress.</a:t>
            </a:r>
          </a:p>
          <a:p>
            <a:r>
              <a:t>• Robustness verified for continuous 24/7 operation.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with AI for predictive maintenance.</a:t>
            </a:r>
          </a:p>
          <a:p>
            <a:r>
              <a:t>• Solar-powered sensor nodes for sustainability.</a:t>
            </a:r>
          </a:p>
          <a:p>
            <a:r>
              <a:t>• Expansion to smart city infrastructure.</a:t>
            </a:r>
          </a:p>
          <a:p>
            <a:r>
              <a:t>• App-based notifications for granular user control.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Residential complexes and hostels.</a:t>
            </a:r>
          </a:p>
          <a:p>
            <a:r>
              <a:t>• Educational institutions and hospitals.</a:t>
            </a:r>
          </a:p>
          <a:p>
            <a:r>
              <a:t>• Precision agriculture and plantation.</a:t>
            </a:r>
          </a:p>
          <a:p>
            <a:r>
              <a:t>• Industrial water management systems.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solidFill>
                  <a:srgbClr val="008080"/>
                </a:solidFill>
                <a:latin typeface="Arial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AquaSense provides an effective, low-cost solution for water management.</a:t>
            </a:r>
          </a:p>
          <a:p>
            <a:r>
              <a:t>• Real-time tracking and automated controls significantly reduce wastage.</a:t>
            </a:r>
          </a:p>
          <a:p>
            <a:r>
              <a:t>• Simple, user-friendly interface enhances system usability.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